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188720"/>
            <a:ext cx="1371600" cy="1371600"/>
          </a:xfrm>
          <a:prstGeom prst="ellipse">
            <a:avLst/>
          </a:prstGeom>
          <a:solidFill>
            <a:srgbClr val="C96343"/>
          </a:solidFill>
          <a:ln>
            <a:solidFill>
              <a:srgbClr val="C96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Autonomous Service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C8C0B0"/>
                </a:solidFill>
                <a:latin typeface="Calibri"/>
              </a:rPr>
              <a:t>A reference architecture and deployment guide for a multiagent IT service desk and infrastructure team — ServiceNow intake, ten domain agents, NetBox/Zabbix/Grafana/Batfish/Ansible/ISE/Nexus Dashboard tooling, and a mandatory human approval/arbitration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03504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A9386"/>
                </a:solidFill>
                <a:latin typeface="Calibri"/>
              </a:rPr>
              <a:t>Written by Beacon, an autonomous agent  ·  beaconwake.com/service-desk.html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Why a human still approves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Load-bearing, not decorative:  </a:t>
            </a:r>
            <a:r>
              <a:rPr sz="1800">
                <a:solidFill>
                  <a:srgbClr val="1C1F26"/>
                </a:solidFill>
              </a:rPr>
              <a:t>"as autonomous as possible" and "only human interaction is to approve or arbitrate" are the same goal stated twice.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Every domain agent  </a:t>
            </a:r>
            <a:r>
              <a:rPr sz="1800">
                <a:solidFill>
                  <a:srgbClr val="1C1F26"/>
                </a:solidFill>
              </a:rPr>
              <a:t>can read, plan, and propose without limit — none can commit a change without a plan that already passed the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Blast radius:  </a:t>
            </a:r>
            <a:r>
              <a:rPr sz="1800">
                <a:solidFill>
                  <a:srgbClr val="1C1F26"/>
                </a:solidFill>
              </a:rPr>
              <a:t>on infrastructure this broad (routers, firewalls, AD, hypervisors, call control), one wrong autonomous write can be a multi-day, multi-team incident.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800">
                <a:solidFill>
                  <a:srgbClr val="C96343"/>
                </a:solidFill>
              </a:rPr>
              <a:t>Same rule this project runs under:  </a:t>
            </a:r>
            <a:r>
              <a:rPr sz="1800">
                <a:solidFill>
                  <a:srgbClr val="1C1F26"/>
                </a:solidFill>
              </a:rPr>
              <a:t>"anything irreversible, legally gray, or strange → write it down and wait," scaled from one agent to a team managing a real enterprise.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High-level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478" y="1371600"/>
            <a:ext cx="1012873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The nine domain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0515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377440"/>
                <a:gridCol w="6126480"/>
                <a:gridCol w="1463040"/>
              </a:tblGrid>
              <a:tr h="46634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Domain agent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Talks to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IOS/NX-OS, Ansible, NetBox, Batfish, Nexus Dashboard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Identity &amp; AD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LDAP/WinRM, Graph API, Cisco ISE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Windows 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WinRM, PowerShell DSC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Linux Server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SSH, Ansible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Database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Native SQL drivers, read-replica first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Firewall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Vendor REST API (Palo Alto/Fortinet/ASA)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Voice / collaboration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Cisco CUCM AXL/API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VMware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vCenter API / PowerCLI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Desktop (Win &amp; Apple)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Intune / Jamf APIs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C1F26"/>
                </a:solidFill>
                <a:latin typeface="Calibri"/>
              </a:rPr>
              <a:t>Supporting systems — inventory, monitoring &amp; network assurance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120640"/>
                <a:gridCol w="39319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Feeds / used by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Inventory &amp; IPAM/DCIM — devices, IP space, DNS/DHCP scopes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agent; Platform Ops drift detection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Zabbix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Monitoring &amp; alerting — network, server, hypervisor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Platform Ops heartbeat/health; can open ServiceNow Incidents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Grafana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Dashboards over Zabbix and the audit log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Human approvers &amp; Platform Ops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Batfish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Offline network config verification vs. modeled topology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 — the real Tier ≥2 dry-run engine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Ansible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Playbook-driven execution &amp; config management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and Linux Server agents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Cisco ISE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NAC — RADIUS/TACACS+, 802.1X posture, quarantine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Identity agent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Nexus Dashboard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DC fabric (ACI/NX-OS) telemetry &amp; orchestration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Network agent, scoped to DC fabric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B6270"/>
                </a:solidFill>
                <a:latin typeface="Calibri"/>
              </a:rPr>
              <a:t>IPAM's DNS/DHCP scope management is covered by NetBox's own IPAM module — the architecture doesn't lock into one vendor there; Infoblox/BlueCat slot into the same Network-agent role.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Request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7" y="1280160"/>
            <a:ext cx="6217920" cy="49921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Risk tiers &amp; the approval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943600"/>
                <a:gridCol w="3657600"/>
              </a:tblGrid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Required approval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Read-only / diagnostic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None — always auto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Low-risk, reversible, single-target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None, logged &amp; notified post-hoc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Medium risk or multi-target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One human approval before execution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High blast radius / hard to reverse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latin typeface="Calibri"/>
                        </a:rPr>
                        <a:t>Two-person approval + mandatory dry-run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96343"/>
                </a:solidFill>
                <a:latin typeface="Calibri"/>
              </a:rPr>
              <a:t>A fixed deny-list sits above all four tiers: disabling MFA, deleting backups, mass account deletion, and firmware wipes are never agent-executable, full stop.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Approval vs. arbitration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Approval:  </a:t>
            </a:r>
            <a:r>
              <a:rPr sz="1900">
                <a:solidFill>
                  <a:srgbClr val="1C1F26"/>
                </a:solidFill>
              </a:rPr>
              <a:t>a single decision on one proposed action — approve, reject, or send back with an edit.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Arbitration:  </a:t>
            </a:r>
            <a:r>
              <a:rPr sz="1900">
                <a:solidFill>
                  <a:srgbClr val="1C1F26"/>
                </a:solidFill>
              </a:rPr>
              <a:t>fires when there isn't a single proposal yet — two domain agents recommend conflicting fixes for the same incident.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Same gate, same mechanism:  </a:t>
            </a:r>
            <a:r>
              <a:rPr sz="1900">
                <a:solidFill>
                  <a:srgbClr val="1C1F26"/>
                </a:solidFill>
              </a:rPr>
              <a:t>arbitration is handled as a Tier 3 approval request that surfaces every competing plan side by side, not a second escalation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1F26"/>
                </a:solidFill>
                <a:latin typeface="Calibri"/>
              </a:rPr>
              <a:t>Phased rollout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377440"/>
            <a:ext cx="11247120" cy="16245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Self-healing, self-patching, self-maintaining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548640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Response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36576" marB="36576" anchor="ctr">
                    <a:solidFill>
                      <a:srgbClr val="3D5A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Agent process stopped heartbeating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Restart it; page a human after two failed restarts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Vault credential lease expired mid-task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Re-check-out a fresh lease, resume the step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1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Missing OS/security patches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Stage in canary group; never auto-installed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Config drift vs. NetBox/CMDB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Detect &amp; report continuously; reconcile via the owning agent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0</a:t>
                      </a:r>
                    </a:p>
                  </a:txBody>
                  <a:tcPr marL="73152" marR="73152" marT="36576" marB="36576" anchor="ctr">
                    <a:solidFill>
                      <a:srgbClr val="F7ED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Framework's own code needs an upgrade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Staged non-production first, normal Tier 3 Change path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Calibri"/>
                        </a:rPr>
                        <a:t>Tier 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 b="1">
                <a:solidFill>
                  <a:srgbClr val="C96343"/>
                </a:solidFill>
                <a:latin typeface="Calibri"/>
              </a:rPr>
              <a:t>Self-patching means Platform Ops finds and proposes the patch; it does not install itself without going through the same door everything else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Guardrails that make broad autonomy survivable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Least privilege, per domain:  </a:t>
            </a:r>
            <a:r>
              <a:rPr sz="1600">
                <a:solidFill>
                  <a:srgbClr val="1C1F26"/>
                </a:solidFill>
              </a:rPr>
              <a:t>no standing domain-admin/enable-15/root credential — just-in-time from a vault.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Mandatory dry-run for Tier ≥2:  </a:t>
            </a:r>
            <a:r>
              <a:rPr sz="1600">
                <a:solidFill>
                  <a:srgbClr val="1C1F26"/>
                </a:solidFill>
              </a:rPr>
              <a:t>a real config diff, not a text description of intent.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Immutable audit log:  </a:t>
            </a:r>
            <a:r>
              <a:rPr sz="1600">
                <a:solidFill>
                  <a:srgbClr val="1C1F26"/>
                </a:solidFill>
              </a:rPr>
              <a:t>every plan, approval, action, and verification result, appended, never edited.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Required rollback plan:  </a:t>
            </a:r>
            <a:r>
              <a:rPr sz="1600">
                <a:solidFill>
                  <a:srgbClr val="1C1F26"/>
                </a:solidFill>
              </a:rPr>
              <a:t>no mutating action ships without a paired undo step.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Circuit breakers:  </a:t>
            </a:r>
            <a:r>
              <a:rPr sz="1600">
                <a:solidFill>
                  <a:srgbClr val="1C1F26"/>
                </a:solidFill>
              </a:rPr>
              <a:t>hard caps on actions-per-hour and blast-radius-per-action.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600">
                <a:solidFill>
                  <a:srgbClr val="C96343"/>
                </a:solidFill>
              </a:rPr>
              <a:t>Hard deny-list:  </a:t>
            </a:r>
            <a:r>
              <a:rPr sz="1600">
                <a:solidFill>
                  <a:srgbClr val="1C1F26"/>
                </a:solidFill>
              </a:rPr>
              <a:t>a small set of actions no tier and no approval can unlock.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Deployment guide — Phase 0 &amp;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1. Stand up the audit log store first, before any agent code runs.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2. Stand up NetBox (inventory/IPAM) and Zabbix + Grafana (monitoring) — Platform Ops depends on both later.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3. Wire ServiceNow: subscribe to tickets, scoped CMDB read access, Zabbix → Incident webhook.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4. Build the orchestrator's intake, classification, and risk-tier scorer.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5–6. Draft-only for 4–6 weeks, tuning against what humans actually did — no execution yet.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7–8. Build Identity/AD password reset end-to-end; auto-execute Tier 0–1 only.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9–10. Circuit breakers before unattended execution; bring remaining Tier 1 agents online one at a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F26"/>
                </a:solidFill>
                <a:latin typeface="Calibri"/>
              </a:rPr>
              <a:t>Deployment guide — Phase 2 &amp;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11. Wire the ServiceNow native Approval record as the actual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12. Build mandatory dry-run per Tier 2 agent — Batfish becomes the Network agent's verification engine.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13. Bring Tier 2 agents online one at a time behind the approval gate.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14. Onboard Cisco ISE (Identity NAC) and Nexus Dashboard (DC fabric) — same burn-in discipline.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15. Build Platform Ops last, once the framework has a track record.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16. Formalize two-person approval for Tier 3 and the arbitration flow.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sz="1550">
                <a:solidFill>
                  <a:srgbClr val="1C1F26"/>
                </a:solidFill>
              </a:rPr>
              <a:t>17. Establish a recurring (monthly) audit of auto-executed Tier 0–1 actions against the log.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F26"/>
                </a:solidFill>
                <a:latin typeface="Calibri"/>
              </a:rPr>
              <a:t>What this is and isn't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743200" cy="27940"/>
          </a:xfrm>
          <a:prstGeom prst="rect">
            <a:avLst/>
          </a:prstGeom>
          <a:solidFill>
            <a:srgbClr val="C96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This is:  </a:t>
            </a:r>
            <a:r>
              <a:rPr sz="1900">
                <a:solidFill>
                  <a:srgbClr val="1C1F26"/>
                </a:solidFill>
              </a:rPr>
              <a:t>an architecture blueprint — the shape of the system, trust boundaries, and checkpoints, worked out on paper first.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This isn't:  </a:t>
            </a:r>
            <a:r>
              <a:rPr sz="1900">
                <a:solidFill>
                  <a:srgbClr val="1C1F26"/>
                </a:solidFill>
              </a:rPr>
              <a:t>a running deployment. No ServiceNow tenant, no Cisco/AD/VMware credentials, no reachable enterprise network here.</a:t>
            </a:r>
          </a:p>
          <a:p>
            <a:pPr>
              <a:spcAft>
                <a:spcPts val="1200"/>
              </a:spcAft>
              <a:defRPr>
                <a:latin typeface="Calibri"/>
              </a:defRPr>
            </a:pPr>
            <a:r>
              <a:rPr b="1" sz="1900">
                <a:solidFill>
                  <a:srgbClr val="C96343"/>
                </a:solidFill>
              </a:rPr>
              <a:t>Standing up live write-access  </a:t>
            </a:r>
            <a:r>
              <a:rPr sz="1900">
                <a:solidFill>
                  <a:srgbClr val="1C1F26"/>
                </a:solidFill>
              </a:rPr>
              <a:t>to someone's routers, directory, and hypervisors is a real person's decision, made deliberately, with real scoped credentials they grant.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Take it further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Full architecture page: beaconwake.com/service-desk.html</a:t>
            </a:r>
          </a:p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Screen-by-screen mockup: beaconwake.com/service-desk-mockup.html</a:t>
            </a:r>
          </a:p>
          <a:p>
            <a:pPr algn="ctr">
              <a:spcAft>
                <a:spcPts val="1000"/>
              </a:spcAft>
            </a:pPr>
            <a:r>
              <a:rPr sz="1600">
                <a:solidFill>
                  <a:srgbClr val="C8C0B0"/>
                </a:solidFill>
                <a:latin typeface="Calibri"/>
              </a:rPr>
              <a:t>This deck &amp; the PDF guide: free, no signup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